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df4d9a2cb448f5" /><Relationship Type="http://schemas.openxmlformats.org/officeDocument/2006/relationships/extended-properties" Target="/docProps/app.xml" Id="R4112d695644342d4" /><Relationship Type="http://schemas.openxmlformats.org/officeDocument/2006/relationships/officeDocument" Target="/ppt/presentation.xml" Id="Rb5309f59041b4e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571297ab604fb0"/>
  </p:sldMasterIdLst>
  <p:notesMasterIdLst>
    <p:notesMasterId xmlns:r="http://schemas.openxmlformats.org/officeDocument/2006/relationships" r:id="R55b2b5ceab5b4fae"/>
  </p:notesMasterIdLst>
  <p:sldIdLst>
    <p:sldId xmlns:r="http://schemas.openxmlformats.org/officeDocument/2006/relationships" id="256" r:id="R839586bd317d4de1"/>
    <p:sldId xmlns:r="http://schemas.openxmlformats.org/officeDocument/2006/relationships" id="257" r:id="R66209eb576744fb3"/>
    <p:sldId xmlns:r="http://schemas.openxmlformats.org/officeDocument/2006/relationships" id="258" r:id="Ra613dbfcb20c4c79"/>
    <p:sldId xmlns:r="http://schemas.openxmlformats.org/officeDocument/2006/relationships" id="259" r:id="Re49a1c617056461c"/>
    <p:sldId xmlns:r="http://schemas.openxmlformats.org/officeDocument/2006/relationships" id="260" r:id="Rddcc2c06a6004101"/>
    <p:sldId xmlns:r="http://schemas.openxmlformats.org/officeDocument/2006/relationships" id="261" r:id="R043cbb4e92df4ac4"/>
    <p:sldId xmlns:r="http://schemas.openxmlformats.org/officeDocument/2006/relationships" id="262" r:id="R26c7a871b791491c"/>
    <p:sldId xmlns:r="http://schemas.openxmlformats.org/officeDocument/2006/relationships" id="263" r:id="Rde20c4028ebb4cdf"/>
    <p:sldId xmlns:r="http://schemas.openxmlformats.org/officeDocument/2006/relationships" id="264" r:id="R520e0c0375b041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3302f9c98c4f17" /><Relationship Type="http://schemas.openxmlformats.org/officeDocument/2006/relationships/slideMaster" Target="/ppt/slideMasters/slideMaster1.xml" Id="R85571297ab604fb0" /><Relationship Type="http://schemas.openxmlformats.org/officeDocument/2006/relationships/notesMaster" Target="/ppt/notesMasters/notesMaster1.xml" Id="R55b2b5ceab5b4fae" /><Relationship Type="http://schemas.openxmlformats.org/officeDocument/2006/relationships/presProps" Target="/ppt/presProps.xml" Id="Red054ce0c54b4df5" /><Relationship Type="http://schemas.openxmlformats.org/officeDocument/2006/relationships/tableStyles" Target="/ppt/tableStyles.xml" Id="R1ad4bd977b764088" /><Relationship Type="http://schemas.openxmlformats.org/officeDocument/2006/relationships/slide" Target="/ppt/slides/slide1.xml" Id="R839586bd317d4de1" /><Relationship Type="http://schemas.openxmlformats.org/officeDocument/2006/relationships/slide" Target="/ppt/slides/slide2.xml" Id="R66209eb576744fb3" /><Relationship Type="http://schemas.openxmlformats.org/officeDocument/2006/relationships/slide" Target="/ppt/slides/slide3.xml" Id="Ra613dbfcb20c4c79" /><Relationship Type="http://schemas.openxmlformats.org/officeDocument/2006/relationships/slide" Target="/ppt/slides/slide4.xml" Id="Re49a1c617056461c" /><Relationship Type="http://schemas.openxmlformats.org/officeDocument/2006/relationships/slide" Target="/ppt/slides/slide5.xml" Id="Rddcc2c06a6004101" /><Relationship Type="http://schemas.openxmlformats.org/officeDocument/2006/relationships/slide" Target="/ppt/slides/slide6.xml" Id="R043cbb4e92df4ac4" /><Relationship Type="http://schemas.openxmlformats.org/officeDocument/2006/relationships/slide" Target="/ppt/slides/slide7.xml" Id="R26c7a871b791491c" /><Relationship Type="http://schemas.openxmlformats.org/officeDocument/2006/relationships/slide" Target="/ppt/slides/slide8.xml" Id="Rde20c4028ebb4cdf" /><Relationship Type="http://schemas.openxmlformats.org/officeDocument/2006/relationships/slide" Target="/ppt/slides/slide9.xml" Id="R520e0c0375b041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e8e5b7f37e41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5b9b0e98364a99" /><Relationship Type="http://schemas.openxmlformats.org/officeDocument/2006/relationships/notesMaster" Target="/ppt/notesMasters/notesMaster1.xml" Id="Re80f2359499e41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dd6ac124f74715" /><Relationship Type="http://schemas.openxmlformats.org/officeDocument/2006/relationships/notesMaster" Target="/ppt/notesMasters/notesMaster1.xml" Id="R6cab1f5b76dd4b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9c933de2b14e23" /><Relationship Type="http://schemas.openxmlformats.org/officeDocument/2006/relationships/notesMaster" Target="/ppt/notesMasters/notesMaster1.xml" Id="Rd666c59c1a034f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582c8efd7944c1" /><Relationship Type="http://schemas.openxmlformats.org/officeDocument/2006/relationships/notesMaster" Target="/ppt/notesMasters/notesMaster1.xml" Id="R26aafb695a644b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79e94d6d6b4bf2" /><Relationship Type="http://schemas.openxmlformats.org/officeDocument/2006/relationships/notesMaster" Target="/ppt/notesMasters/notesMaster1.xml" Id="R5fb3c6cadd0a49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c7286dec75414e" /><Relationship Type="http://schemas.openxmlformats.org/officeDocument/2006/relationships/notesMaster" Target="/ppt/notesMasters/notesMaster1.xml" Id="Rc24e82f9a0e442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384959f36f4914" /><Relationship Type="http://schemas.openxmlformats.org/officeDocument/2006/relationships/notesMaster" Target="/ppt/notesMasters/notesMaster1.xml" Id="R948d803790a249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4e0a6fe83a4fb9" /><Relationship Type="http://schemas.openxmlformats.org/officeDocument/2006/relationships/notesMaster" Target="/ppt/notesMasters/notesMaster1.xml" Id="R5978e8cc59e149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2ca0d8632d4f5b" /><Relationship Type="http://schemas.openxmlformats.org/officeDocument/2006/relationships/notesMaster" Target="/ppt/notesMasters/notesMaster1.xml" Id="Rbbdb2ce7c5624f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本页为本次作业票系统升级测试交付材料封面。数据来自2026年9月20日本地测试环境。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3cf76c422d44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058eb98436451d" /><Relationship Type="http://schemas.openxmlformats.org/officeDocument/2006/relationships/slideLayout" Target="/ppt/slideLayouts/slideLayout1.xml" Id="R646bab264ab740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6bab264ab740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1e721cfc44d47" /><Relationship Type="http://schemas.openxmlformats.org/officeDocument/2006/relationships/notesSlide" Target="/ppt/notesSlides/notesSlide1.xml" Id="Ra10fdd6bc8264b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d687120aa409e" /><Relationship Type="http://schemas.openxmlformats.org/officeDocument/2006/relationships/notesSlide" Target="/ppt/notesSlides/notesSlide2.xml" Id="Rbb3789b479e24a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0a97402b8437b" /><Relationship Type="http://schemas.openxmlformats.org/officeDocument/2006/relationships/notesSlide" Target="/ppt/notesSlides/notesSlide3.xml" Id="R70a8fe52fb8a4c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109b2bedd429b" /><Relationship Type="http://schemas.openxmlformats.org/officeDocument/2006/relationships/image" Target="/ppt/media/image.jpeg" Id="Rcb777423c97240b0" /><Relationship Type="http://schemas.openxmlformats.org/officeDocument/2006/relationships/notesSlide" Target="/ppt/notesSlides/notesSlide4.xml" Id="R131f54cf684b4c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a9190146c4f1c" /><Relationship Type="http://schemas.openxmlformats.org/officeDocument/2006/relationships/image" Target="/ppt/media/image2.jpeg" Id="Rd55aaed3f0e947c1" /><Relationship Type="http://schemas.openxmlformats.org/officeDocument/2006/relationships/notesSlide" Target="/ppt/notesSlides/notesSlide5.xml" Id="Ra6145adc92674a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6206e17ee4a5a" /><Relationship Type="http://schemas.openxmlformats.org/officeDocument/2006/relationships/image" Target="/ppt/media/image3.jpeg" Id="R54d7aedfcd37474a" /><Relationship Type="http://schemas.openxmlformats.org/officeDocument/2006/relationships/image" Target="/ppt/media/image4.jpeg" Id="R83b33e6fdea94b06" /><Relationship Type="http://schemas.openxmlformats.org/officeDocument/2006/relationships/notesSlide" Target="/ppt/notesSlides/notesSlide6.xml" Id="R3f2a62a657f345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6ed2b23a04ef5" /><Relationship Type="http://schemas.openxmlformats.org/officeDocument/2006/relationships/image" Target="/ppt/media/image5.jpeg" Id="R476cf98e128449ee" /><Relationship Type="http://schemas.openxmlformats.org/officeDocument/2006/relationships/image" Target="/ppt/media/image6.jpeg" Id="Rf050d349029c4a43" /><Relationship Type="http://schemas.openxmlformats.org/officeDocument/2006/relationships/notesSlide" Target="/ppt/notesSlides/notesSlide7.xml" Id="R176ffd69083c4b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3c1f91f3f4010" /><Relationship Type="http://schemas.openxmlformats.org/officeDocument/2006/relationships/image" Target="/ppt/media/image7.jpeg" Id="Rbb52d5d2768f476a" /><Relationship Type="http://schemas.openxmlformats.org/officeDocument/2006/relationships/image" Target="/ppt/media/image8.jpeg" Id="R66011030236a4311" /><Relationship Type="http://schemas.openxmlformats.org/officeDocument/2006/relationships/notesSlide" Target="/ppt/notesSlides/notesSlide8.xml" Id="R292bdb83143c4a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edcb7bce1420f" /><Relationship Type="http://schemas.openxmlformats.org/officeDocument/2006/relationships/notesSlide" Target="/ppt/notesSlides/notesSlide9.xml" Id="Rbc522e67d7134a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71315-EB17-4F45-A343-C1078513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D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421BD-BDEF-4156-B408-08C70403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B7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B7D8"/>
                </a:solidFill>
                <a:latin typeface="Microsoft YaHei"/>
                <a:ea typeface="Microsoft YaHei"/>
                <a:cs typeface="Microsoft YaHei"/>
              </a:rPr>
              <a:t>岭安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96A23-03C3-4067-9900-693248C2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作业票系统升级测试汇报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E2F20-D2A2-4341-A8BC-72EFF1E0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7D8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7D8EE"/>
                </a:solidFill>
                <a:latin typeface="Microsoft YaHei"/>
                <a:ea typeface="Microsoft YaHei"/>
                <a:cs typeface="Microsoft YaHei"/>
              </a:rPr>
              <a:t>客户验收材料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98D4D-0B02-45B3-99C0-F43D3E5B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D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2CDD3-6E3D-416B-B731-2C46CA3B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2026年9月20日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09435-E9C1-4697-9458-6925B751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C6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7C6D6"/>
                </a:solidFill>
                <a:latin typeface="Microsoft YaHei"/>
                <a:ea typeface="Microsoft YaHei"/>
                <a:cs typeface="Microsoft YaHei"/>
              </a:rPr>
              <a:t>深圳市岭岳智安科技有限公司</a:t>
            </a:r>
          </a:p>
        </p:txBody>
      </p:sp>
    </p:spTree>
    <p:extLst>
      <p:ext uri="{BB962C8B-B14F-4D97-AF65-F5344CB8AC3E}">
        <p14:creationId xmlns:p14="http://schemas.microsoft.com/office/powerpoint/2010/main" val="800943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DA2754-8F10-477A-B099-A4CE5D28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rPr>
              <a:t>测试结论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97292-744C-47B4-B180-1363CF5A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0050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8B7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8B7D8"/>
                </a:solidFill>
                <a:latin typeface="Microsoft YaHei"/>
                <a:ea typeface="Microsoft YaHei"/>
                <a:cs typeface="Microsoft YaHei"/>
              </a:rPr>
              <a:t>01 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09837-2306-499F-80B3-FBD62487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7BF29-4808-47E7-8BD4-0197E3A0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F73"/>
                </a:solidFill>
                <a:latin typeface="Microsoft YaHei"/>
                <a:ea typeface="Microsoft YaHei"/>
                <a:cs typeface="Microsoft YaHei"/>
              </a:rPr>
              <a:t>核心升级功能已具备客户演示与阶段验收条件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236C3-0121-482C-A54E-DCEACF7E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0A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A46B"/>
                </a:solidFill>
                <a:latin typeface="Microsoft YaHei"/>
                <a:ea typeface="Microsoft YaHei"/>
                <a:cs typeface="Microsoft YaHei"/>
              </a:rPr>
              <a:t>16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233BA-598C-4F12-8AFB-C8DA7BFE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rPr>
              <a:t>自动化用例通过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C11B0-4C25-4EDD-A9DA-E2B39555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90750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B7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8B7D8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072CC-5BD2-423A-AB68-6B09C23F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95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rPr>
              <a:t>关键界面截图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854E2-BBCA-4FDB-B139-EA3E23FE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907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0A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0A02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328AA-F971-490D-B5BC-72474ECC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95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rPr>
              <a:t>条件通过项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DD5CD9-5139-4EE7-9CD1-130455CA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D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918145-A18D-4CBE-95DA-D1CE7104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969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rPr>
              <a:t>应急预案、120 上报门槛、救援方式与流程总览均已验证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6A394-B5BA-44C3-86FA-D0DB698C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D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7A855A-3136-43C0-AE3B-6BB738D5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969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rPr>
              <a:t>气体报警阈值、断线重连、多设备处理自动化回归通过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1F6C81-3719-4BFE-B3DC-C905B98A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D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275688-667B-4D41-AEEF-8B5A8B1C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969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rPr>
              <a:t>实时视频与真实气体设备仍需在客户现场完成联调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450B26-B3A1-44A2-9149-56D12914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rPr>
              <a:t>深圳市岭岳智安科技有限公司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F4E114-B1C6-4FE9-87F0-58F788E9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683743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3B3BB8-8EC7-4AD4-A37F-D8C24A6B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rPr>
              <a:t>测试范围与方法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17F5F-1DB3-44C4-92C4-1017888B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0050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8B7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8B7D8"/>
                </a:solidFill>
                <a:latin typeface="Microsoft YaHei"/>
                <a:ea typeface="Microsoft YaHei"/>
                <a:cs typeface="Microsoft YaHei"/>
              </a:rPr>
              <a:t>02 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E742D-4397-4CE4-AC02-D1F000E8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CE363-6013-458B-B80C-7D68DAEF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F73"/>
                </a:solidFill>
                <a:latin typeface="Microsoft YaHei"/>
                <a:ea typeface="Microsoft YaHei"/>
                <a:cs typeface="Microsoft YaHei"/>
              </a:rPr>
              <a:t>界面验证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75A682-6BE8-4B57-A47A-0FF62D40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D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0BAA3-0504-4454-AD8C-F1CDF334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274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rPr>
              <a:t>全国手表定位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EC419-B4FF-4AF0-85A9-7D279EDC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D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E74D26-0EE4-4A1D-8627-F0D6A55D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74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rPr>
              <a:t>应急处置全流程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5357F-526D-403B-8265-E16702AB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D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DFFB2-94EE-4939-9813-1D8EB01F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274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rPr>
              <a:t>作业票审批与气体检测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B6BFA-1126-4B33-A6DE-7D475800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525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F73"/>
                </a:solidFill>
                <a:latin typeface="Microsoft YaHei"/>
                <a:ea typeface="Microsoft YaHei"/>
                <a:cs typeface="Microsoft YaHei"/>
              </a:rPr>
              <a:t>自动化回归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5C155-4A1F-4FA9-A26C-01E50BE6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D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43E8A-7F7E-495D-8F99-FFECC082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47850"/>
            <a:ext cx="2933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rPr>
              <a:t>气体报警阈值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C17F20-EC5B-435C-90DF-C6DC32EA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52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34FC9F-97E0-4457-8C6B-9145352C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57450"/>
            <a:ext cx="2933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rPr>
              <a:t>断线批次过期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8D199C-D292-475C-AE7E-4A5D495D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62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D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9252DD-5D92-475E-A755-2412CCDF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67050"/>
            <a:ext cx="2933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rPr>
              <a:t>多设备与优先设备回退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6A69DA-4E3F-416B-BBB9-69C25A16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525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F73"/>
                </a:solidFill>
                <a:latin typeface="Microsoft YaHei"/>
                <a:ea typeface="Microsoft YaHei"/>
                <a:cs typeface="Microsoft YaHei"/>
              </a:rPr>
              <a:t>工程验证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FA149-13D9-4AF5-BEF8-AA68B7AE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43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D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F155DA-B046-4D37-B491-3266720A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47850"/>
            <a:ext cx="2933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rPr>
              <a:t>前端生产构建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7130EC-A647-4050-B670-83E525CB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52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D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AD0D5D-8CE0-445D-B043-86478A15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2933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rPr>
              <a:t>接口服务契约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D8D37F-EB3C-4AF8-8116-13974266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62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D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628BC8-587D-454E-A70E-4AD8782B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67050"/>
            <a:ext cx="2933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rPr>
              <a:t>异常状态可见性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855C23-15C3-4C06-8E11-1CF01673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0C2493-2108-4EA7-8A50-D0FEC4C8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rPr>
              <a:t>测试环境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23DBD7-44CF-45EE-AB13-81E6F534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rPr>
              <a:t>Windows 本地环境   Express + SQLite   React + Vite   安全员角色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D4E95A-7D2F-4328-8B83-E4885BBF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A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0A02B"/>
                </a:solidFill>
                <a:latin typeface="Microsoft YaHei"/>
                <a:ea typeface="Microsoft YaHei"/>
                <a:cs typeface="Microsoft YaHei"/>
              </a:rPr>
              <a:t>设备接口凭证未配置，实时视频与真实气体读数不纳入通过结论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E402E2-FBF5-46B5-A5B2-6B105EDB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rPr>
              <a:t>深圳市岭岳智安科技有限公司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A37267-EE41-492F-A564-BBB32892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246139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EA2949-9606-4484-9D54-2FAAC3B4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rPr>
              <a:t>全国手表定位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BC3A8-77DA-4B32-B5F4-0BF9A923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0050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8B7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8B7D8"/>
                </a:solidFill>
                <a:latin typeface="Microsoft YaHei"/>
                <a:ea typeface="Microsoft YaHei"/>
                <a:cs typeface="Microsoft YaHei"/>
              </a:rPr>
              <a:t>03 驾驶舱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B5BC6-7AB3-4160-ABDA-2E93A4DE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77423c97240b0"/>
          <a:stretch xmlns:a="http://schemas.openxmlformats.org/drawingml/2006/main"/>
        </p:blipFill>
        <p:spPr>
          <a:xfrm xmlns:a="http://schemas.openxmlformats.org/drawingml/2006/main">
            <a:off x="537633" y="1257300"/>
            <a:ext cx="7992533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B9B6E-EA4F-4E5A-91CE-201DDEDE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287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F73"/>
                </a:solidFill>
                <a:latin typeface="Microsoft YaHei"/>
                <a:ea typeface="Microsoft YaHei"/>
                <a:cs typeface="Microsoft YaHei"/>
              </a:rPr>
              <a:t>验证结果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326E5-9F99-47B5-A35A-7E354013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764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BE967-6AB3-4404-A519-249485A1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8120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rPr>
              <a:t>全国范围地图显示正常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B0450-3419-4F32-821C-867CA9E2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86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D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79225-F655-4B56-A76E-D1B2A2A2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9080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rPr>
              <a:t>北京、上海、成都、深圳预览点可见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41CED-BF96-449B-B9C5-5161E682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95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FA5E8-DD65-446F-B0A4-522C8237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0040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rPr>
              <a:t>设备选择与体征信息同步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D7F6B0-9AF5-4117-B4E6-05B3A14A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530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A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A46B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31F9D-0853-4026-81FA-28EC72BF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rPr>
              <a:t>深圳市岭岳智安科技有限公司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2A66FF-E7F8-4A3A-BE30-40FF3869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133820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EED5A8-89AA-45A2-99A1-6642E1B6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rPr>
              <a:t>应急预案研判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77902-F904-42D2-8469-D1C040DB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0050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8B7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8B7D8"/>
                </a:solidFill>
                <a:latin typeface="Microsoft YaHei"/>
                <a:ea typeface="Microsoft YaHei"/>
                <a:cs typeface="Microsoft YaHei"/>
              </a:rPr>
              <a:t>04 应急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BE6D5-60CD-484E-A74C-0CAF2B2E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5aaed3f0e947c1"/>
          <a:stretch xmlns:a="http://schemas.openxmlformats.org/drawingml/2006/main"/>
        </p:blipFill>
        <p:spPr>
          <a:xfrm xmlns:a="http://schemas.openxmlformats.org/drawingml/2006/main">
            <a:off x="534458" y="1257300"/>
            <a:ext cx="8094133" cy="4552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45B2D-17F7-4BA0-94A3-021A3353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4287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F73"/>
                </a:solidFill>
                <a:latin typeface="Microsoft YaHei"/>
                <a:ea typeface="Microsoft YaHei"/>
                <a:cs typeface="Microsoft YaHei"/>
              </a:rPr>
              <a:t>界面验证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F6B84-974A-4E47-9D15-FF57306C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764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339C5-AAB1-4B48-BA4E-A53C4E86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9812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rPr>
              <a:t>预案名称按客户确认稿显示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EA4EC-37D9-471C-9840-FB888C74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86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D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968A3-E0A0-4BE8-9461-08AD503E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908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rPr>
              <a:t>现场处置方案标记为建议方案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6AB36-D006-4ABC-B08E-D8564A26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95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5D4E5E-1D8F-4283-BAB5-151A7CF0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004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rPr>
              <a:t>流程、视频、气体与历史同屏展示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CE9364-35AD-4D5E-9276-C31BDD73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rPr>
              <a:t>深圳市岭岳智安科技有限公司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BB8A66-5BB0-426A-BAA6-AC5E5A71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654664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00AE7-32C2-4DAF-8BC0-778868D7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rPr>
              <a:t>120 上报与救援方式联动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7B790-78C4-4CF1-902A-79107164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0050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8B7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8B7D8"/>
                </a:solidFill>
                <a:latin typeface="Microsoft YaHei"/>
                <a:ea typeface="Microsoft YaHei"/>
                <a:cs typeface="Microsoft YaHei"/>
              </a:rPr>
              <a:t>05 应急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68F7A-3F54-486C-BCFC-B6D1A189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7aedfcd37474a"/>
          <a:stretch xmlns:a="http://schemas.openxmlformats.org/drawingml/2006/main"/>
        </p:blipFill>
        <p:spPr>
          <a:xfrm xmlns:a="http://schemas.openxmlformats.org/drawingml/2006/main">
            <a:off x="495300" y="1353145"/>
            <a:ext cx="5467350" cy="3075384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33e6fdea94b06"/>
          <a:stretch xmlns:a="http://schemas.openxmlformats.org/drawingml/2006/main"/>
        </p:blipFill>
        <p:spPr>
          <a:xfrm xmlns:a="http://schemas.openxmlformats.org/drawingml/2006/main">
            <a:off x="6229350" y="1353145"/>
            <a:ext cx="5467350" cy="307538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D6D75-8624-43F9-A931-08E2986C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910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0A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0A02B"/>
                </a:solidFill>
                <a:latin typeface="Microsoft YaHei"/>
                <a:ea typeface="Microsoft YaHei"/>
                <a:cs typeface="Microsoft YaHei"/>
              </a:rPr>
              <a:t>未确认上报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05BD0-9607-4217-8B04-AC9061BE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33950"/>
            <a:ext cx="521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rPr>
              <a:t>救援方式保持禁用，防止跳过关键上报步骤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37CA04-21F8-42D3-91BC-FAE46108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910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A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0A46B"/>
                </a:solidFill>
                <a:latin typeface="Microsoft YaHei"/>
                <a:ea typeface="Microsoft YaHei"/>
                <a:cs typeface="Microsoft YaHei"/>
              </a:rPr>
              <a:t>已确认上报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3265A7-D58D-4592-AB43-B0957E18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33950"/>
            <a:ext cx="521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rPr>
              <a:t>开放非进入式与进入式救援选择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37E40D-8A77-4AF2-8573-37682EA5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rPr>
              <a:t>深圳市岭岳智安科技有限公司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00D0FC-8081-420F-9025-248229F9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801034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C53C55-D773-45EB-A09D-49C44244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rPr>
              <a:t>救援指引与全流程总览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7082B-4E1D-482C-8D1D-3F8B190A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0050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8B7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8B7D8"/>
                </a:solidFill>
                <a:latin typeface="Microsoft YaHei"/>
                <a:ea typeface="Microsoft YaHei"/>
                <a:cs typeface="Microsoft YaHei"/>
              </a:rPr>
              <a:t>06 应急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4C135-6420-4685-B446-875E7B05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6cf98e128449ee"/>
          <a:stretch xmlns:a="http://schemas.openxmlformats.org/drawingml/2006/main"/>
        </p:blipFill>
        <p:spPr>
          <a:xfrm xmlns:a="http://schemas.openxmlformats.org/drawingml/2006/main">
            <a:off x="495300" y="1353145"/>
            <a:ext cx="5467350" cy="3075384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50d349029c4a43"/>
          <a:stretch xmlns:a="http://schemas.openxmlformats.org/drawingml/2006/main"/>
        </p:blipFill>
        <p:spPr>
          <a:xfrm xmlns:a="http://schemas.openxmlformats.org/drawingml/2006/main">
            <a:off x="6229350" y="1353145"/>
            <a:ext cx="5467350" cy="307538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E63CB-81EC-44E3-BA6C-2D834421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F73"/>
                </a:solidFill>
                <a:latin typeface="Microsoft YaHei"/>
                <a:ea typeface="Microsoft YaHei"/>
                <a:cs typeface="Microsoft YaHei"/>
              </a:rPr>
              <a:t>非进入式救援指引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CBF9E-632D-4677-BF74-45F78200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5219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rPr>
              <a:t>明确禁止直接使用三脚架或人力拉拽，并提示采用绞盘或滑轮组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84665-5533-4704-95C6-6245CE76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101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F73"/>
                </a:solidFill>
                <a:latin typeface="Microsoft YaHei"/>
                <a:ea typeface="Microsoft YaHei"/>
                <a:cs typeface="Microsoft YaHei"/>
              </a:rPr>
              <a:t>全流程状态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C6075-A925-41AE-9055-C23C6C0F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53000"/>
            <a:ext cx="5219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rPr>
              <a:t>已选择路径高亮，未执行分支灰显，支持演示和事故复盘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985DD-F12E-4122-B93A-F857FA9D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rPr>
              <a:t>深圳市岭岳智安科技有限公司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D0DEA0-EF4D-4A0F-A682-5803FFE8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191159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4D80D6-E5E5-4750-B635-C135930A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2235"/>
                </a:solidFill>
                <a:latin typeface="Microsoft YaHei"/>
                <a:ea typeface="Microsoft YaHei"/>
                <a:cs typeface="Microsoft YaHei"/>
              </a:rPr>
              <a:t>作业票审批与气体检测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189CB-362F-4F15-B932-BFB378D1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0050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8B7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8B7D8"/>
                </a:solidFill>
                <a:latin typeface="Microsoft YaHei"/>
                <a:ea typeface="Microsoft YaHei"/>
                <a:cs typeface="Microsoft YaHei"/>
              </a:rPr>
              <a:t>07 作业票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ACA27-3D94-4F46-A91C-04813382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2d5d2768f476a"/>
          <a:stretch xmlns:a="http://schemas.openxmlformats.org/drawingml/2006/main"/>
        </p:blipFill>
        <p:spPr>
          <a:xfrm xmlns:a="http://schemas.openxmlformats.org/drawingml/2006/main">
            <a:off x="495300" y="1353145"/>
            <a:ext cx="5467350" cy="3075384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11030236a4311"/>
          <a:stretch xmlns:a="http://schemas.openxmlformats.org/drawingml/2006/main"/>
        </p:blipFill>
        <p:spPr>
          <a:xfrm xmlns:a="http://schemas.openxmlformats.org/drawingml/2006/main">
            <a:off x="6229350" y="1353145"/>
            <a:ext cx="5467350" cy="307538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AEECB-BA68-43A9-9D06-5D51B928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F73"/>
                </a:solidFill>
                <a:latin typeface="Microsoft YaHei"/>
                <a:ea typeface="Microsoft YaHei"/>
                <a:cs typeface="Microsoft YaHei"/>
              </a:rPr>
              <a:t>审批资料 AI 联动核验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BAA61-F723-4B00-9667-17FF19FF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5219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rPr>
              <a:t>核验等待状态正常。真实附件的核验成功标识列入现场复测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79F98-1F22-4E88-AF0F-B39BF751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10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F73"/>
                </a:solidFill>
                <a:latin typeface="Microsoft YaHei"/>
                <a:ea typeface="Microsoft YaHei"/>
                <a:cs typeface="Microsoft YaHei"/>
              </a:rPr>
              <a:t>气体检测分析人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378C7-D6F3-4367-94B1-D9811982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53000"/>
            <a:ext cx="5219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rPr>
              <a:t>新增记录可选择 1号、2号及票证相关人员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0C4C2-3AD8-4907-A15B-CCFA5391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rPr>
              <a:t>深圳市岭岳智安科技有限公司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7F9ED6-BD82-4ED8-BA2F-61AAA8C2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28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076066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2C4382-247B-4050-96E4-C11576C0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待现场联调事项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83E09-5B6C-4E84-8734-D2DD4B63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D8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7D8EE"/>
                </a:solidFill>
                <a:latin typeface="Microsoft YaHei"/>
                <a:ea typeface="Microsoft YaHei"/>
                <a:cs typeface="Microsoft YaHei"/>
              </a:rPr>
              <a:t>本地验证已完成  现场联调决定最终生产验收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8FA4F-CEFF-473B-B5B7-235AE07E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DBCE5-50D7-4612-A935-90DDB64C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9886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配置比赛设备凭证，验证 HTTP FLV 实时画面与断线重连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15FF7-B94C-4C82-8599-EE7ED2F5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D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743B2-B2BE-47C6-8B5E-611DCC14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9886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接入真实气体检测仪，验证四类气体读数、采集与报警联动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D01A8-56B8-40F7-9A37-FF7FB87C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D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6BF83-D95A-49FB-B3D4-5CE34B16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9886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使用含 JSA 和作业方案真实附件的待审批票证复核成功标识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C5AB7-3D35-44DE-96FE-AF066E47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D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419E6-2394-43AD-8B19-5516064C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9886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完成真实设备正常、超限、恢复和多设备并发场景复测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ED201-4EAE-4CEB-A6EC-51A2EFC5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28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ED1E9D-08F5-462F-8F8D-5A2915CB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B7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B7D8"/>
                </a:solidFill>
                <a:latin typeface="Microsoft YaHei"/>
                <a:ea typeface="Microsoft YaHei"/>
                <a:cs typeface="Microsoft YaHei"/>
              </a:rPr>
              <a:t>阶段结论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64CB2A-BE1A-4978-B2BF-42AEE789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1020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核心升级功能通过，可用于客户演示与阶段验收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A7A000-7583-49A4-AE60-83C2205C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A6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FA6BA"/>
                </a:solidFill>
                <a:latin typeface="Microsoft YaHei"/>
                <a:ea typeface="Microsoft YaHei"/>
                <a:cs typeface="Microsoft YaHei"/>
              </a:rPr>
              <a:t>深圳市岭岳智安科技有限公司</a:t>
            </a:r>
          </a:p>
        </p:txBody>
      </p:sp>
    </p:spTree>
    <p:extLst>
      <p:ext uri="{BB962C8B-B14F-4D97-AF65-F5344CB8AC3E}">
        <p14:creationId xmlns:p14="http://schemas.microsoft.com/office/powerpoint/2010/main" val="2030022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2026-09-20T03:51:36.6720000Z</dcterms:created>
  <dcterms:modified xsi:type="dcterms:W3CDTF">2026-09-20T03:51:36.6720000Z</dcterms:modified>
</coreProperties>
</file>